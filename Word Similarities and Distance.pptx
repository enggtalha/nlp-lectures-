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11/27/2024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Word Similarities and Distance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322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Measure Word Similarity?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1" y="2520552"/>
            <a:ext cx="10121536" cy="3391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Capture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semantic relationships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between words.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Essential for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 engines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chatbots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recommendation systems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800" b="1" dirty="0"/>
              <a:t>Example:</a:t>
            </a:r>
            <a:endParaRPr lang="en-US" sz="1800" dirty="0"/>
          </a:p>
          <a:p>
            <a:r>
              <a:rPr lang="en-US" sz="1800" dirty="0"/>
              <a:t>"King" and "Queen" are closer than "King" and "Car</a:t>
            </a:r>
            <a:r>
              <a:rPr lang="en-US" sz="1800" dirty="0" smtClean="0"/>
              <a:t>.“</a:t>
            </a:r>
          </a:p>
          <a:p>
            <a:r>
              <a:rPr lang="en-US" altLang="en-US" sz="1800" dirty="0" smtClean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"King" – "Man" + "Woman" ≈ "Queen“</a:t>
            </a:r>
          </a:p>
          <a:p>
            <a:pPr marL="0" indent="0">
              <a:buNone/>
            </a:pPr>
            <a:endParaRPr lang="en-US" sz="1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701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Word Representations in Vector Space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295401" y="3200738"/>
            <a:ext cx="659988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Words are embedded into high-dimensional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vectors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Similar words have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smaller distances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between their vectors.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Distance is calculated using mathematical methods.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263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Distance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Cosine Similarity</a:t>
            </a:r>
            <a:r>
              <a:rPr lang="en-US" dirty="0" smtClean="0"/>
              <a:t>:</a:t>
            </a:r>
          </a:p>
          <a:p>
            <a:pPr marL="0" indent="0" algn="ctr">
              <a:buNone/>
            </a:pPr>
            <a:r>
              <a:rPr lang="en-US" dirty="0"/>
              <a:t>  </a:t>
            </a:r>
            <a:r>
              <a:rPr lang="en-US" dirty="0" smtClean="0"/>
              <a:t>Similarity = cos(θ) = A⋅B​/</a:t>
            </a:r>
            <a:r>
              <a:rPr lang="en-US" dirty="0"/>
              <a:t> ∥A∥∥B</a:t>
            </a:r>
            <a:r>
              <a:rPr lang="en-US" dirty="0" smtClean="0"/>
              <a:t>∥</a:t>
            </a:r>
          </a:p>
          <a:p>
            <a:r>
              <a:rPr lang="en-US" sz="2000" dirty="0"/>
              <a:t>Ranges from -1 to 1</a:t>
            </a:r>
            <a:r>
              <a:rPr lang="en-US" sz="2000" dirty="0" smtClean="0"/>
              <a:t>.</a:t>
            </a:r>
          </a:p>
          <a:p>
            <a:r>
              <a:rPr lang="en-US" b="1" dirty="0"/>
              <a:t>Euclidean Distance: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    Distance</a:t>
            </a:r>
            <a:r>
              <a:rPr lang="en-US" dirty="0"/>
              <a:t>=∑(xi​−</a:t>
            </a:r>
            <a:r>
              <a:rPr lang="en-US" dirty="0" err="1"/>
              <a:t>yi</a:t>
            </a:r>
            <a:r>
              <a:rPr lang="en-US" dirty="0"/>
              <a:t>​)2</a:t>
            </a:r>
            <a:r>
              <a:rPr lang="en-US" dirty="0" smtClean="0"/>
              <a:t>​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102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Word Similarity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Synonym Detection:</a:t>
            </a:r>
            <a:r>
              <a:rPr lang="en-US" dirty="0"/>
              <a:t> Find similar words in a sentence.</a:t>
            </a:r>
          </a:p>
          <a:p>
            <a:r>
              <a:rPr lang="en-US" b="1" dirty="0"/>
              <a:t>Machine Translation:</a:t>
            </a:r>
            <a:r>
              <a:rPr lang="en-US" dirty="0"/>
              <a:t> Identify contextually equivalent words.</a:t>
            </a:r>
          </a:p>
          <a:p>
            <a:r>
              <a:rPr lang="en-US" b="1" dirty="0"/>
              <a:t>Question-Answering Systems:</a:t>
            </a:r>
            <a:r>
              <a:rPr lang="en-US" dirty="0"/>
              <a:t> Match questions to potential answers.</a:t>
            </a:r>
          </a:p>
          <a:p>
            <a:pPr marL="0" indent="0">
              <a:buNone/>
            </a:pPr>
            <a:r>
              <a:rPr lang="en-US" b="1" dirty="0"/>
              <a:t>Example: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Query: </a:t>
            </a:r>
            <a:r>
              <a:rPr lang="en-US" i="1" dirty="0"/>
              <a:t>"How to book a flight?"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Similarity Match: </a:t>
            </a:r>
            <a:r>
              <a:rPr lang="en-US" i="1" dirty="0"/>
              <a:t>"Flight booking process."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5462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80</TotalTime>
  <Words>188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Garamond</vt:lpstr>
      <vt:lpstr>Organic</vt:lpstr>
      <vt:lpstr>Word Similarities and Distance</vt:lpstr>
      <vt:lpstr>Why Measure Word Similarity?</vt:lpstr>
      <vt:lpstr>Word Representations in Vector Space</vt:lpstr>
      <vt:lpstr>Common Distance Metrics</vt:lpstr>
      <vt:lpstr>Applications of Word Similarity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Similarities and Distance</dc:title>
  <dc:creator>Talha Ahmed</dc:creator>
  <cp:lastModifiedBy>Talha Ahmed</cp:lastModifiedBy>
  <cp:revision>3</cp:revision>
  <dcterms:created xsi:type="dcterms:W3CDTF">2024-11-27T10:59:32Z</dcterms:created>
  <dcterms:modified xsi:type="dcterms:W3CDTF">2024-11-27T12:20:15Z</dcterms:modified>
</cp:coreProperties>
</file>