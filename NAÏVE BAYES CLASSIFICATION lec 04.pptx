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NAÏVE BAISE CLASSIFICATION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Lec#04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01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Naive Bayes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339237"/>
            <a:ext cx="98571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probabilistic classifier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Bayes' Theorem.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Assumes features (words) are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each other (the "naive" assumption)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Commonly used in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classification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tasks such as spam detection, sentiment analysis, etc. </a:t>
            </a:r>
          </a:p>
        </p:txBody>
      </p:sp>
    </p:spTree>
    <p:extLst>
      <p:ext uri="{BB962C8B-B14F-4D97-AF65-F5344CB8AC3E}">
        <p14:creationId xmlns:p14="http://schemas.microsoft.com/office/powerpoint/2010/main" val="203867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Bayes' Theorem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P(A ∣ B</a:t>
            </a:r>
            <a:r>
              <a:rPr lang="en-US" dirty="0" smtClean="0"/>
              <a:t>)      =            </a:t>
            </a:r>
            <a:r>
              <a:rPr lang="en-US" dirty="0" smtClean="0"/>
              <a:t>P(B ∣ A</a:t>
            </a:r>
            <a:r>
              <a:rPr lang="en-US" dirty="0" smtClean="0"/>
              <a:t>) ⋅ P(A) / P(B</a:t>
            </a:r>
            <a:r>
              <a:rPr lang="en-US" dirty="0"/>
              <a:t>)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​</a:t>
            </a:r>
            <a:r>
              <a:rPr lang="en-US" b="1" dirty="0"/>
              <a:t>P(A|B</a:t>
            </a:r>
            <a:r>
              <a:rPr lang="en-US" b="1" dirty="0" smtClean="0"/>
              <a:t>) </a:t>
            </a:r>
            <a:r>
              <a:rPr lang="en-US" dirty="0" smtClean="0"/>
              <a:t>: </a:t>
            </a:r>
            <a:r>
              <a:rPr lang="en-US" dirty="0"/>
              <a:t>Posterior probability of class A given B (e.g., spam given the word "free").</a:t>
            </a:r>
          </a:p>
          <a:p>
            <a:r>
              <a:rPr lang="en-US" b="1" dirty="0"/>
              <a:t>P(B|A</a:t>
            </a:r>
            <a:r>
              <a:rPr lang="en-US" b="1" dirty="0" smtClean="0"/>
              <a:t>) </a:t>
            </a:r>
            <a:r>
              <a:rPr lang="en-US" dirty="0" smtClean="0"/>
              <a:t>: </a:t>
            </a:r>
            <a:r>
              <a:rPr lang="en-US" dirty="0"/>
              <a:t>Likelihood of B given A (e.g., how often "free" appears in spam emails).</a:t>
            </a:r>
          </a:p>
          <a:p>
            <a:r>
              <a:rPr lang="en-US" b="1" dirty="0"/>
              <a:t>P(A</a:t>
            </a:r>
            <a:r>
              <a:rPr lang="en-US" b="1" dirty="0" smtClean="0"/>
              <a:t>) </a:t>
            </a:r>
            <a:r>
              <a:rPr lang="en-US" dirty="0" smtClean="0"/>
              <a:t>: </a:t>
            </a:r>
            <a:r>
              <a:rPr lang="en-US" dirty="0"/>
              <a:t>Prior probability of class A (e.g., probability of spam).</a:t>
            </a:r>
          </a:p>
          <a:p>
            <a:r>
              <a:rPr lang="en-US" b="1" dirty="0"/>
              <a:t>P(B</a:t>
            </a:r>
            <a:r>
              <a:rPr lang="en-US" b="1" dirty="0" smtClean="0"/>
              <a:t>) </a:t>
            </a:r>
            <a:r>
              <a:rPr lang="en-US" dirty="0" smtClean="0"/>
              <a:t>: </a:t>
            </a:r>
            <a:r>
              <a:rPr lang="en-US" dirty="0"/>
              <a:t>Total probability of B (e.g., probability of the word "free").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606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Naive Bayes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339237"/>
            <a:ext cx="1033054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Multinomial Naive Bayes 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Commonly used for document classification where the data is represented as word 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Bernoulli Naive Bayes 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when features are binary (0s and 1s).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Gaussian Naive Bayes 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when features are continuous and normally distributed. </a:t>
            </a:r>
          </a:p>
        </p:txBody>
      </p:sp>
    </p:spTree>
    <p:extLst>
      <p:ext uri="{BB962C8B-B14F-4D97-AF65-F5344CB8AC3E}">
        <p14:creationId xmlns:p14="http://schemas.microsoft.com/office/powerpoint/2010/main" val="2720386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Email Spam Classification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200737"/>
            <a:ext cx="902425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Given a set of emails, we classify them as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spam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the presence of specific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words: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Free, lottery, claim, win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 the probability of an email being spam given the word "free" is present. </a:t>
            </a:r>
          </a:p>
        </p:txBody>
      </p:sp>
    </p:spTree>
    <p:extLst>
      <p:ext uri="{BB962C8B-B14F-4D97-AF65-F5344CB8AC3E}">
        <p14:creationId xmlns:p14="http://schemas.microsoft.com/office/powerpoint/2010/main" val="1857997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Probabilities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646742"/>
            <a:ext cx="1038279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 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 the prior probabilities for each class (e.g., P(spam)P(\text{spam})P(spam), P(not spam)P(\text{not spam})P(not spam)).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 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Compute the likelihood of each word given the class (e.g., P(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free∣spam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)P(\text{free}|\text{spam})P(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free∣spam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 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Use Bayes' Theorem to calculate the posterior probability. 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P(spam ∣ free)   =   P(free ∣ spam) ⋅ P(spam)  ​ /   P(free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96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Naive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r>
              <a:rPr lang="en-US" dirty="0"/>
              <a:t>Assumes </a:t>
            </a:r>
            <a:r>
              <a:rPr lang="en-US" b="1" dirty="0"/>
              <a:t>independence</a:t>
            </a:r>
            <a:r>
              <a:rPr lang="en-US" dirty="0"/>
              <a:t> between features (which may not hold true).</a:t>
            </a:r>
          </a:p>
          <a:p>
            <a:pPr lvl="1"/>
            <a:r>
              <a:rPr lang="en-US" dirty="0"/>
              <a:t>If a word appears in the test data but not in training, it assigns </a:t>
            </a:r>
            <a:r>
              <a:rPr lang="en-US" b="1" dirty="0"/>
              <a:t>zero probability</a:t>
            </a:r>
            <a:r>
              <a:rPr lang="en-US" dirty="0"/>
              <a:t> (can be handled using smoothing techniques like Laplace smoothing).</a:t>
            </a:r>
          </a:p>
          <a:p>
            <a:pPr lvl="1"/>
            <a:r>
              <a:rPr lang="en-US" dirty="0"/>
              <a:t>Can struggle with highly correlated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185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Naive Bayes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200738"/>
            <a:ext cx="803296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Spam Detection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(Gmail, Outlook)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(product reviews, tweets)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 Categorization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(classifying articles into categories like politics, sports)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Classification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(legal document categorization) </a:t>
            </a:r>
          </a:p>
        </p:txBody>
      </p:sp>
    </p:spTree>
    <p:extLst>
      <p:ext uri="{BB962C8B-B14F-4D97-AF65-F5344CB8AC3E}">
        <p14:creationId xmlns:p14="http://schemas.microsoft.com/office/powerpoint/2010/main" val="14143155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</TotalTime>
  <Words>428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NAÏVE BAISE CLASSIFICATION </vt:lpstr>
      <vt:lpstr>What is Naive Bayes</vt:lpstr>
      <vt:lpstr>Bayes' Theorem Formula</vt:lpstr>
      <vt:lpstr>Types of Naive Bayes</vt:lpstr>
      <vt:lpstr>Example – Email Spam Classification</vt:lpstr>
      <vt:lpstr>Calculating Probabilities</vt:lpstr>
      <vt:lpstr>Limitations of Naive Bayes</vt:lpstr>
      <vt:lpstr>Applications of Naive Bayes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NAÏVE BAISE CLASSIFICATION</dc:title>
  <dc:creator>Talha Ahmed</dc:creator>
  <cp:lastModifiedBy>Talha Ahmed</cp:lastModifiedBy>
  <cp:revision>3</cp:revision>
  <dcterms:created xsi:type="dcterms:W3CDTF">2024-10-09T09:39:33Z</dcterms:created>
  <dcterms:modified xsi:type="dcterms:W3CDTF">2024-10-09T10:11:35Z</dcterms:modified>
</cp:coreProperties>
</file>