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sldIdLst>
    <p:sldId id="256" r:id="rId2"/>
    <p:sldId id="268" r:id="rId3"/>
    <p:sldId id="259" r:id="rId4"/>
    <p:sldId id="260" r:id="rId5"/>
    <p:sldId id="263" r:id="rId6"/>
    <p:sldId id="271" r:id="rId7"/>
    <p:sldId id="264" r:id="rId8"/>
    <p:sldId id="270" r:id="rId9"/>
    <p:sldId id="262" r:id="rId10"/>
    <p:sldId id="267" r:id="rId11"/>
    <p:sldId id="265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092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143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637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439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932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898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800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966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450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603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698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398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5366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919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671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676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142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172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Natural Language Processing (NLP)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1222" y="3670664"/>
            <a:ext cx="5785396" cy="862148"/>
          </a:xfrm>
        </p:spPr>
        <p:txBody>
          <a:bodyPr/>
          <a:lstStyle/>
          <a:p>
            <a:r>
              <a:rPr lang="en-US" dirty="0" smtClean="0"/>
              <a:t>By  </a:t>
            </a:r>
            <a:r>
              <a:rPr lang="en-US" dirty="0" smtClean="0"/>
              <a:t>TALHA  AHMED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102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Natural Language Processing (NLP)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575" y="2840162"/>
            <a:ext cx="4718050" cy="2750889"/>
          </a:xfrm>
        </p:spPr>
      </p:pic>
      <p:sp>
        <p:nvSpPr>
          <p:cNvPr id="8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6165670" y="3061222"/>
            <a:ext cx="518595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NLP is a field of AI focused on the interaction between computers and humans through natural language.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involves analyzing, understanding, and generating human language using machine learning and linguistic rules. </a:t>
            </a:r>
          </a:p>
        </p:txBody>
      </p:sp>
    </p:spTree>
    <p:extLst>
      <p:ext uri="{BB962C8B-B14F-4D97-AF65-F5344CB8AC3E}">
        <p14:creationId xmlns:p14="http://schemas.microsoft.com/office/powerpoint/2010/main" val="3943251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Use NLP, Not Other Programming Languages?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3062239"/>
            <a:ext cx="1034975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raditional programming languages handle structured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NLP allows machines to understand unstructured data like text and speech, which is more natural    for human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NLP bridges the gap between machine and human communication, enabling more intuitive interfaces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virtual assistants). </a:t>
            </a:r>
          </a:p>
        </p:txBody>
      </p:sp>
    </p:spTree>
    <p:extLst>
      <p:ext uri="{BB962C8B-B14F-4D97-AF65-F5344CB8AC3E}">
        <p14:creationId xmlns:p14="http://schemas.microsoft.com/office/powerpoint/2010/main" val="1977774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 of NLP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295401" y="2646741"/>
            <a:ext cx="709556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Syntax &amp; Parsing 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Analyzing sentence 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Semantics 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Understanding meaning.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Pragmatics 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Understanding context.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Morphology 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Study of word structure and 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Phonology 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Sound structure of speech.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Discourse 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Analyzing larger context in conversations. </a:t>
            </a:r>
          </a:p>
        </p:txBody>
      </p:sp>
    </p:spTree>
    <p:extLst>
      <p:ext uri="{BB962C8B-B14F-4D97-AF65-F5344CB8AC3E}">
        <p14:creationId xmlns:p14="http://schemas.microsoft.com/office/powerpoint/2010/main" val="511940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742165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Applications of NLP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231243"/>
            <a:ext cx="980802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Chatbots</a:t>
            </a:r>
            <a:r>
              <a:rPr kumimoji="0" lang="en-US" altLang="en-US" sz="18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virtual assistants.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translation (Google Translate).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analysis in social media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summarization.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Speech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content generation (e.g., GPT models).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 data analysis. </a:t>
            </a:r>
          </a:p>
        </p:txBody>
      </p:sp>
    </p:spTree>
    <p:extLst>
      <p:ext uri="{BB962C8B-B14F-4D97-AF65-F5344CB8AC3E}">
        <p14:creationId xmlns:p14="http://schemas.microsoft.com/office/powerpoint/2010/main" val="2820439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783" y="522514"/>
            <a:ext cx="9694815" cy="5865223"/>
          </a:xfrm>
        </p:spPr>
      </p:pic>
    </p:spTree>
    <p:extLst>
      <p:ext uri="{BB962C8B-B14F-4D97-AF65-F5344CB8AC3E}">
        <p14:creationId xmlns:p14="http://schemas.microsoft.com/office/powerpoint/2010/main" val="428296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Workflow Flowchart</a:t>
            </a:r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923740"/>
            <a:ext cx="905049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Input: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Raw text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</a:t>
            </a:r>
            <a:r>
              <a:rPr kumimoji="0" lang="en-US" altLang="en-US" sz="1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Preprocessing: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Tokenization, stemming, lemmatization, stop word removal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etc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Feature Extraction: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Bag of Words, TF-IDF, Word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Modeling: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ML models (Logistic Regression, SVM, Neural Networks).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Evaluation &amp; Output: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Accuracy, sentiment scores, text generation. </a:t>
            </a:r>
          </a:p>
        </p:txBody>
      </p:sp>
    </p:spTree>
    <p:extLst>
      <p:ext uri="{BB962C8B-B14F-4D97-AF65-F5344CB8AC3E}">
        <p14:creationId xmlns:p14="http://schemas.microsoft.com/office/powerpoint/2010/main" val="400054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in </a:t>
            </a:r>
            <a:r>
              <a:rPr lang="en-US" dirty="0"/>
              <a:t>NLP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79270" y="2521131"/>
            <a:ext cx="10842170" cy="363147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Ambiguity and Polysemy</a:t>
            </a:r>
            <a:r>
              <a:rPr lang="en-US" dirty="0"/>
              <a:t>: Words with multiple meanings can cause confusion and incorrect interpretations depending on their usage</a:t>
            </a:r>
            <a:r>
              <a:rPr lang="en-US" b="1" dirty="0" smtClean="0"/>
              <a:t>.</a:t>
            </a:r>
          </a:p>
          <a:p>
            <a:r>
              <a:rPr lang="en-US" b="1" dirty="0" smtClean="0"/>
              <a:t>Context </a:t>
            </a:r>
            <a:r>
              <a:rPr lang="en-US" b="1" dirty="0"/>
              <a:t>Understanding</a:t>
            </a:r>
            <a:r>
              <a:rPr lang="en-US" dirty="0"/>
              <a:t>: Properly interpreting text requires </a:t>
            </a:r>
            <a:r>
              <a:rPr lang="en-US" dirty="0" smtClean="0"/>
              <a:t>understanding </a:t>
            </a:r>
            <a:r>
              <a:rPr lang="en-US" dirty="0"/>
              <a:t>the broader situation or context, which can be complex and </a:t>
            </a:r>
            <a:r>
              <a:rPr lang="en-US" b="1" dirty="0" smtClean="0"/>
              <a:t>varied.</a:t>
            </a:r>
          </a:p>
          <a:p>
            <a:r>
              <a:rPr lang="en-US" b="1" dirty="0" smtClean="0"/>
              <a:t>Handling Diverse Language Variations</a:t>
            </a:r>
            <a:r>
              <a:rPr lang="en-US" dirty="0" smtClean="0"/>
              <a:t>: </a:t>
            </a:r>
            <a:r>
              <a:rPr lang="en-US" dirty="0"/>
              <a:t>Variations in language use, including regional differences and informal expressions, complicate consistent text analysis</a:t>
            </a:r>
            <a:r>
              <a:rPr lang="en-US" b="1" dirty="0" smtClean="0"/>
              <a:t>.</a:t>
            </a:r>
          </a:p>
          <a:p>
            <a:r>
              <a:rPr lang="en-US" b="1" dirty="0" smtClean="0"/>
              <a:t>Sarcasm </a:t>
            </a:r>
            <a:r>
              <a:rPr lang="en-US" b="1" dirty="0"/>
              <a:t>and Sentiment Nuances: </a:t>
            </a:r>
            <a:r>
              <a:rPr lang="en-US" dirty="0"/>
              <a:t>Identifying subtle emotional cues like sarcasm and nuanced sentiments is challenging due to their reliance on context and tone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Data </a:t>
            </a:r>
            <a:r>
              <a:rPr lang="en-US" b="1" dirty="0"/>
              <a:t>Privacy and Bias: </a:t>
            </a:r>
            <a:r>
              <a:rPr lang="en-US" dirty="0"/>
              <a:t>Protecting personal data and preventing biases in training data are essential to ensure fairness and ethical practices in NLP.</a:t>
            </a:r>
          </a:p>
        </p:txBody>
      </p:sp>
    </p:spTree>
    <p:extLst>
      <p:ext uri="{BB962C8B-B14F-4D97-AF65-F5344CB8AC3E}">
        <p14:creationId xmlns:p14="http://schemas.microsoft.com/office/powerpoint/2010/main" val="4246227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to Common NLP Problems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646740"/>
            <a:ext cx="1014766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Advanced models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(Transformers like BERT, GPT) for better understanding of ambiguity.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Sarcasm detection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with contextual learning and more labeled data.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Word sense disambiguation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using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embeddings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and attention mechanisms.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Language models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trained on diverse datasets for handling multiple languages.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Context-aware models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such as long-form transformers.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Coreference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resolution models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using neural networks.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Custom NER models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for domain-specific use cases.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Sentiment analysis improvements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with fine-tuned datasets.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Few-shot learning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for handling low-resource domains.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Efficient computing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using model optimization techniques (distillation, quantization).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238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 : TEXT PREPROCESSING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891" y="2557463"/>
            <a:ext cx="6257109" cy="3490640"/>
          </a:xfrm>
        </p:spPr>
      </p:pic>
    </p:spTree>
    <p:extLst>
      <p:ext uri="{BB962C8B-B14F-4D97-AF65-F5344CB8AC3E}">
        <p14:creationId xmlns:p14="http://schemas.microsoft.com/office/powerpoint/2010/main" val="2965935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NLTK </a:t>
            </a:r>
            <a:r>
              <a:rPr lang="en-US" dirty="0" smtClean="0"/>
              <a:t>vs</a:t>
            </a:r>
            <a:r>
              <a:rPr lang="en-US" dirty="0"/>
              <a:t> </a:t>
            </a:r>
            <a:r>
              <a:rPr lang="en-US" dirty="0" smtClean="0"/>
              <a:t>SPACY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1" y="2508069"/>
            <a:ext cx="9183188" cy="3409405"/>
          </a:xfrm>
        </p:spPr>
      </p:pic>
    </p:spTree>
    <p:extLst>
      <p:ext uri="{BB962C8B-B14F-4D97-AF65-F5344CB8AC3E}">
        <p14:creationId xmlns:p14="http://schemas.microsoft.com/office/powerpoint/2010/main" val="1424456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Comparison of Preprocessing Tasks: NLTK vs. 	</a:t>
            </a:r>
            <a:r>
              <a:rPr lang="en-US" dirty="0" smtClean="0"/>
              <a:t>SPACY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189" y="2442755"/>
            <a:ext cx="7720148" cy="3775166"/>
          </a:xfrm>
        </p:spPr>
      </p:pic>
    </p:spTree>
    <p:extLst>
      <p:ext uri="{BB962C8B-B14F-4D97-AF65-F5344CB8AC3E}">
        <p14:creationId xmlns:p14="http://schemas.microsoft.com/office/powerpoint/2010/main" val="141460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Lets Have some code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smtClean="0"/>
              <a:t>https</a:t>
            </a:r>
            <a:r>
              <a:rPr lang="en-US" dirty="0"/>
              <a:t>://www.kaggle.com/code/talhaahmed9090/text-preprocessing-using-spacy</a:t>
            </a:r>
          </a:p>
        </p:txBody>
      </p:sp>
    </p:spTree>
    <p:extLst>
      <p:ext uri="{BB962C8B-B14F-4D97-AF65-F5344CB8AC3E}">
        <p14:creationId xmlns:p14="http://schemas.microsoft.com/office/powerpoint/2010/main" val="1446427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497</Words>
  <Application>Microsoft Office PowerPoint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Garamond</vt:lpstr>
      <vt:lpstr>Organic</vt:lpstr>
      <vt:lpstr>Natural Language Processing (NLP)</vt:lpstr>
      <vt:lpstr>What is Natural Language Processing (NLP)</vt:lpstr>
      <vt:lpstr>Why Use NLP, Not Other Programming Languages?</vt:lpstr>
      <vt:lpstr>Categories of NLP</vt:lpstr>
      <vt:lpstr>Applications of NLP</vt:lpstr>
      <vt:lpstr>PowerPoint Presentation</vt:lpstr>
      <vt:lpstr>NLP Workflow Flowchart</vt:lpstr>
      <vt:lpstr>Challenges in NLP</vt:lpstr>
      <vt:lpstr>Solutions to Common NLP Problems</vt:lpstr>
      <vt:lpstr>1 : TEXT PREPROCESSING </vt:lpstr>
      <vt:lpstr>NLTK vs SPACY</vt:lpstr>
      <vt:lpstr>Comparison of Preprocessing Tasks: NLTK vs.  SPACY</vt:lpstr>
      <vt:lpstr>Lets Have some code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 (NLP)</dc:title>
  <dc:creator>Talha Ahmed</dc:creator>
  <cp:lastModifiedBy>Talha Ahmed</cp:lastModifiedBy>
  <cp:revision>13</cp:revision>
  <dcterms:created xsi:type="dcterms:W3CDTF">2024-08-20T01:12:59Z</dcterms:created>
  <dcterms:modified xsi:type="dcterms:W3CDTF">2024-08-21T09:04:37Z</dcterms:modified>
</cp:coreProperties>
</file>