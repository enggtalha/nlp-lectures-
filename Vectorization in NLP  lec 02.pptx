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5" r:id="rId5"/>
    <p:sldId id="263" r:id="rId6"/>
    <p:sldId id="267" r:id="rId7"/>
    <p:sldId id="266" r:id="rId8"/>
    <p:sldId id="264" r:id="rId9"/>
    <p:sldId id="268" r:id="rId10"/>
    <p:sldId id="269" r:id="rId11"/>
    <p:sldId id="258" r:id="rId12"/>
    <p:sldId id="259" r:id="rId13"/>
    <p:sldId id="260" r:id="rId14"/>
    <p:sldId id="261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code/talhaahmed9090/vectorization-in-nl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Vectorization in NLP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Lec</a:t>
            </a:r>
            <a:r>
              <a:rPr lang="en-US" dirty="0" smtClean="0"/>
              <a:t> # 2 </a:t>
            </a:r>
            <a:br>
              <a:rPr lang="en-US" dirty="0" smtClean="0"/>
            </a:br>
            <a:r>
              <a:rPr lang="en-US" dirty="0" smtClean="0"/>
              <a:t>By Talha Ahmed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64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773126"/>
            <a:ext cx="9601196" cy="1303867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METHODS 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42754"/>
            <a:ext cx="9601196" cy="37751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4000" b="1" dirty="0"/>
              <a:t>One-Hot Encoding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b="1" dirty="0" smtClean="0"/>
              <a:t>Bag Of Words (BOW)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b="1" dirty="0" smtClean="0"/>
              <a:t>TF-IDF</a:t>
            </a:r>
            <a:endParaRPr lang="en-US" sz="4000" b="1" dirty="0"/>
          </a:p>
          <a:p>
            <a:pPr marL="457200" indent="-457200">
              <a:buFont typeface="+mj-lt"/>
              <a:buAutoNum type="arabicPeriod"/>
            </a:pPr>
            <a:r>
              <a:rPr lang="en-US" sz="4000" b="1" dirty="0" smtClean="0"/>
              <a:t>Word </a:t>
            </a:r>
            <a:r>
              <a:rPr lang="en-US" sz="4000" b="1" dirty="0" err="1"/>
              <a:t>Embeddings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1143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Hot Encoding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One-Hot Encoding is a technique used to represent words as vectors. Each word in the vocabulary is converted into a binary vector with a length equal to the size of the vocabulary.</a:t>
            </a:r>
          </a:p>
          <a:p>
            <a:r>
              <a:rPr lang="en-US" b="1" dirty="0"/>
              <a:t>Key Point:</a:t>
            </a:r>
            <a:r>
              <a:rPr lang="en-US" dirty="0"/>
              <a:t> Each word is represented by a vector with all zeros except for a single 1 corresponding to the word's index in the vocabulary.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09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Texts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Text 1:</a:t>
            </a:r>
            <a:r>
              <a:rPr lang="en-US" dirty="0"/>
              <a:t> "I love natural language processing."</a:t>
            </a:r>
          </a:p>
          <a:p>
            <a:r>
              <a:rPr lang="en-US" b="1" dirty="0"/>
              <a:t>Text 2:</a:t>
            </a:r>
            <a:r>
              <a:rPr lang="en-US" dirty="0"/>
              <a:t> "Natural language processing is fascinating."</a:t>
            </a:r>
          </a:p>
          <a:p>
            <a:r>
              <a:rPr lang="en-US" b="1" dirty="0"/>
              <a:t>Text 3:</a:t>
            </a:r>
            <a:r>
              <a:rPr lang="en-US" dirty="0"/>
              <a:t> "I love programming and data science."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9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One-Hot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</a:t>
            </a:r>
            <a:r>
              <a:rPr lang="en-US" dirty="0"/>
              <a:t> Tokenize the text into words.</a:t>
            </a:r>
          </a:p>
          <a:p>
            <a:r>
              <a:rPr lang="en-US" b="1" dirty="0"/>
              <a:t>Step 2:</a:t>
            </a:r>
            <a:r>
              <a:rPr lang="en-US" dirty="0"/>
              <a:t> Create a vocabulary of unique words.</a:t>
            </a:r>
          </a:p>
          <a:p>
            <a:r>
              <a:rPr lang="en-US" b="1" dirty="0"/>
              <a:t>Step 3:</a:t>
            </a:r>
            <a:r>
              <a:rPr lang="en-US" dirty="0"/>
              <a:t> Assign a binary vector to each word where only the position corresponding to the word is 1, and all others are 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7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Vocabulary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sz="3600" dirty="0"/>
              <a:t>{'</a:t>
            </a:r>
            <a:r>
              <a:rPr lang="en-US" sz="3600" dirty="0" err="1"/>
              <a:t>i</a:t>
            </a:r>
            <a:r>
              <a:rPr lang="en-US" sz="3600" dirty="0"/>
              <a:t>', 'love', 'natural', 'language', 'processing', 'is', 'fascinating', 'programming', 'and', 'data', 'science'}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36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2704011"/>
            <a:ext cx="8895806" cy="2926080"/>
          </a:xfrm>
        </p:spPr>
      </p:pic>
    </p:spTree>
    <p:extLst>
      <p:ext uri="{BB962C8B-B14F-4D97-AF65-F5344CB8AC3E}">
        <p14:creationId xmlns:p14="http://schemas.microsoft.com/office/powerpoint/2010/main" val="287238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98919"/>
          </a:xfrm>
        </p:spPr>
        <p:txBody>
          <a:bodyPr/>
          <a:lstStyle/>
          <a:p>
            <a:r>
              <a:rPr lang="en-US" dirty="0" smtClean="0"/>
              <a:t>ADVANTAGES 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92331" y="2369742"/>
            <a:ext cx="1085523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 and Ease of Implementation: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Straightforward to implement and understand.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Assumptions About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Treats all categories as distinct, with no implied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Compatibility with Simple Models: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well with basic machine learning models like logistic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Ordinality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Avoids implying a false order or ranking between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Vectors are easy to interpret, with each position corresponding to a specific word or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for Small Vocabulary Sizes: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for datasets with a small number of unique words.</a:t>
            </a:r>
          </a:p>
        </p:txBody>
      </p:sp>
    </p:spTree>
    <p:extLst>
      <p:ext uri="{BB962C8B-B14F-4D97-AF65-F5344CB8AC3E}">
        <p14:creationId xmlns:p14="http://schemas.microsoft.com/office/powerpoint/2010/main" val="413375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98919"/>
          </a:xfrm>
        </p:spPr>
        <p:txBody>
          <a:bodyPr/>
          <a:lstStyle/>
          <a:p>
            <a:r>
              <a:rPr lang="en-US" dirty="0" smtClean="0"/>
              <a:t>ADVANTAGES 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92331" y="2923738"/>
            <a:ext cx="108552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 and Ease of Implementation: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Straightforward to implement and understand.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Assumptions About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Treats all categories as distinct, with no implied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Compatibility with Simple Models: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well with basic machine learning models like logistic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Ordinality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Avoids implying a false order or ranking between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Vectors are easy to interpret, with each position corresponding to a specific word or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for Small Vocabulary Sizes: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for datasets with a small number of unique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958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718458"/>
            <a:ext cx="9601196" cy="1162594"/>
          </a:xfrm>
        </p:spPr>
        <p:txBody>
          <a:bodyPr/>
          <a:lstStyle/>
          <a:p>
            <a:r>
              <a:rPr lang="en-US" dirty="0" smtClean="0"/>
              <a:t>Disadvantages 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92331" y="4031733"/>
            <a:ext cx="108552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331" y="2737064"/>
            <a:ext cx="1085523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High Dimensionality:</a:t>
            </a:r>
            <a:r>
              <a:rPr lang="en-US" altLang="en-US" dirty="0">
                <a:latin typeface="Arial" panose="020B0604020202020204" pitchFamily="34" charset="0"/>
              </a:rPr>
              <a:t> Leads to large, sparse vectors, especially with a large vocabulary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Lack of Context:</a:t>
            </a:r>
            <a:r>
              <a:rPr lang="en-US" altLang="en-US" dirty="0">
                <a:latin typeface="Arial" panose="020B0604020202020204" pitchFamily="34" charset="0"/>
              </a:rPr>
              <a:t> Fails to capture the relationship or meaning between words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No Frequency Information:</a:t>
            </a:r>
            <a:r>
              <a:rPr lang="en-US" altLang="en-US" dirty="0">
                <a:latin typeface="Arial" panose="020B0604020202020204" pitchFamily="34" charset="0"/>
              </a:rPr>
              <a:t> Only indicates word presence, ignoring how often words appear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Not Scalable:</a:t>
            </a:r>
            <a:r>
              <a:rPr lang="en-US" altLang="en-US" dirty="0">
                <a:latin typeface="Arial" panose="020B0604020202020204" pitchFamily="34" charset="0"/>
              </a:rPr>
              <a:t> Becomes impractical with a growing vocabulary size.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Arial" panose="020B0604020202020204" pitchFamily="34" charset="0"/>
              </a:rPr>
              <a:t>No </a:t>
            </a:r>
            <a:r>
              <a:rPr lang="en-US" altLang="en-US" b="1" dirty="0">
                <a:latin typeface="Arial" panose="020B0604020202020204" pitchFamily="34" charset="0"/>
              </a:rPr>
              <a:t>Semantic Meaning:</a:t>
            </a:r>
            <a:r>
              <a:rPr lang="en-US" altLang="en-US" dirty="0">
                <a:latin typeface="Arial" panose="020B0604020202020204" pitchFamily="34" charset="0"/>
              </a:rPr>
              <a:t> Treats all words as equally distinct, missing similarities between them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Poor Performance:</a:t>
            </a:r>
            <a:r>
              <a:rPr lang="en-US" altLang="en-US" dirty="0">
                <a:latin typeface="Arial" panose="020B0604020202020204" pitchFamily="34" charset="0"/>
              </a:rPr>
              <a:t> Often results in suboptimal outcomes in complex NLP tasks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Inefficient Memory Usage:</a:t>
            </a:r>
            <a:r>
              <a:rPr lang="en-US" altLang="en-US" dirty="0">
                <a:latin typeface="Arial" panose="020B0604020202020204" pitchFamily="34" charset="0"/>
              </a:rPr>
              <a:t> Consumes unnecessary memory due to sparse vectors filled with zeros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b="1" dirty="0"/>
              <a:t>Bag of Words (</a:t>
            </a:r>
            <a:r>
              <a:rPr lang="en-US" b="1" dirty="0" err="1"/>
              <a:t>BoW</a:t>
            </a:r>
            <a:r>
              <a:rPr lang="en-US" b="1" dirty="0"/>
              <a:t>)</a:t>
            </a:r>
            <a:br>
              <a:rPr lang="en-US" b="1" dirty="0"/>
            </a:b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481944"/>
            <a:ext cx="9183189" cy="3683726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Bag of Words is a simple and commonly used technique in NLP that converts text into a matrix of token counts, ignoring the grammar and word order but capturing the frequency of each word </a:t>
            </a:r>
            <a:r>
              <a:rPr lang="en-US" sz="2800" dirty="0" smtClean="0"/>
              <a:t>In </a:t>
            </a:r>
            <a:r>
              <a:rPr lang="en-US" sz="2800" dirty="0"/>
              <a:t>the document</a:t>
            </a:r>
            <a:r>
              <a:rPr lang="en-US" sz="2800" dirty="0" smtClean="0"/>
              <a:t>.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 : </a:t>
            </a:r>
          </a:p>
          <a:p>
            <a:pPr marL="0" indent="0" algn="ctr">
              <a:buNone/>
            </a:pPr>
            <a:r>
              <a:rPr lang="en-US" sz="3100" b="1" dirty="0"/>
              <a:t>Text 1</a:t>
            </a:r>
            <a:r>
              <a:rPr lang="en-US" sz="3100" dirty="0"/>
              <a:t> : I love natural language processing</a:t>
            </a:r>
            <a:r>
              <a:rPr lang="en-US" sz="3100" dirty="0" smtClean="0"/>
              <a:t>.</a:t>
            </a:r>
          </a:p>
          <a:p>
            <a:pPr marL="0" indent="0" algn="ctr">
              <a:buNone/>
            </a:pPr>
            <a:r>
              <a:rPr lang="en-US" sz="3100" b="1" dirty="0"/>
              <a:t>Text 2 </a:t>
            </a:r>
            <a:r>
              <a:rPr lang="en-US" sz="3100" dirty="0"/>
              <a:t>: </a:t>
            </a:r>
            <a:r>
              <a:rPr lang="en-US" sz="3100" dirty="0" smtClean="0"/>
              <a:t>Natural </a:t>
            </a:r>
            <a:r>
              <a:rPr lang="en-US" sz="3100" dirty="0"/>
              <a:t>language processing is fascinating</a:t>
            </a:r>
            <a:r>
              <a:rPr lang="en-US" sz="3100" dirty="0" smtClean="0"/>
              <a:t>.</a:t>
            </a:r>
          </a:p>
          <a:p>
            <a:pPr marL="0" indent="0" algn="ctr">
              <a:buNone/>
            </a:pPr>
            <a:r>
              <a:rPr lang="en-US" sz="3100" b="1" dirty="0" smtClean="0"/>
              <a:t>Text 3 </a:t>
            </a:r>
            <a:r>
              <a:rPr lang="en-US" sz="3100" dirty="0"/>
              <a:t>: I love programming and data science.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0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</a:t>
            </a:r>
            <a:r>
              <a:rPr lang="en-US" dirty="0" err="1"/>
              <a:t>BoW</a:t>
            </a:r>
            <a:r>
              <a:rPr lang="en-US" dirty="0"/>
              <a:t> Model: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108405"/>
            <a:ext cx="991168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Tokenize each document.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vocabulary of all unique words across the documents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 the occurrence of each word in each document.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6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Vocabulary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sz="3600" dirty="0"/>
              <a:t>{'</a:t>
            </a:r>
            <a:r>
              <a:rPr lang="en-US" sz="3600" dirty="0" err="1"/>
              <a:t>i</a:t>
            </a:r>
            <a:r>
              <a:rPr lang="en-US" sz="3600" dirty="0"/>
              <a:t>', 'love', 'natural', 'language', 'processing', 'is', 'fascinating', 'programming', 'and', 'data', 'science'}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9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899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Frequency Of Unique words (</a:t>
            </a:r>
            <a:r>
              <a:rPr lang="en-US" dirty="0" err="1" smtClean="0"/>
              <a:t>Vocabulory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788" y="2638697"/>
            <a:ext cx="9744891" cy="337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9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10789" y="2581427"/>
            <a:ext cx="996695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straightforward and easy to implement, making it a good starting point for text classification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Independence from Text Length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treats each document as a collection of words without considering the order or structure, which simplifies the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Converts text data into numerical features that can be used by machine learning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Works well with large datasets and can be efficiently computed with sparse matrices. </a:t>
            </a:r>
          </a:p>
        </p:txBody>
      </p:sp>
    </p:spTree>
    <p:extLst>
      <p:ext uri="{BB962C8B-B14F-4D97-AF65-F5344CB8AC3E}">
        <p14:creationId xmlns:p14="http://schemas.microsoft.com/office/powerpoint/2010/main" val="1398205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46741"/>
            <a:ext cx="1001703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of Context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ignores the order and structure of words, which means it cannot capture the context or meaning of the text.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Dimensionality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feature space can become very large, especially with a large vocabulary, leading to high computational costs and potential overfitting.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resulting feature vectors are often sparse, which can lead to inefficiencies in storage and processing.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Semantic Understanding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does not capture semantic relationships between words, so it may struggle with tasks that require understanding synonyms or polysemy. </a:t>
            </a:r>
          </a:p>
        </p:txBody>
      </p:sp>
    </p:spTree>
    <p:extLst>
      <p:ext uri="{BB962C8B-B14F-4D97-AF65-F5344CB8AC3E}">
        <p14:creationId xmlns:p14="http://schemas.microsoft.com/office/powerpoint/2010/main" val="2887450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166" y="2654082"/>
            <a:ext cx="9300753" cy="3124636"/>
          </a:xfrm>
        </p:spPr>
      </p:pic>
    </p:spTree>
    <p:extLst>
      <p:ext uri="{BB962C8B-B14F-4D97-AF65-F5344CB8AC3E}">
        <p14:creationId xmlns:p14="http://schemas.microsoft.com/office/powerpoint/2010/main" val="30547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477736"/>
            <a:ext cx="87629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simpler and focuses on the presence of words, which makes it easy to implement but lacks detail about word frequency.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 of Words with Frequency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more detailed information about the text by capturing how often each word appears, which can be crucial for many NLP tasks. </a:t>
            </a:r>
          </a:p>
        </p:txBody>
      </p:sp>
    </p:spTree>
    <p:extLst>
      <p:ext uri="{BB962C8B-B14F-4D97-AF65-F5344CB8AC3E}">
        <p14:creationId xmlns:p14="http://schemas.microsoft.com/office/powerpoint/2010/main" val="68394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LETZ HAVE SOME CODE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897" y="3762102"/>
            <a:ext cx="10086700" cy="70539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https://</a:t>
            </a:r>
            <a:r>
              <a:rPr lang="en-US" dirty="0">
                <a:solidFill>
                  <a:schemeClr val="tx1"/>
                </a:solidFill>
                <a:hlinkClick r:id="rId2"/>
              </a:rPr>
              <a:t>www.kaggle.com/code/talhaahmed9090/vectorization-in-nlp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897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363</TotalTime>
  <Words>888</Words>
  <Application>Microsoft Office PowerPoint</Application>
  <PresentationFormat>Widescreen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Garamond</vt:lpstr>
      <vt:lpstr>Organic</vt:lpstr>
      <vt:lpstr>Vectorization in NLP</vt:lpstr>
      <vt:lpstr>METHODS </vt:lpstr>
      <vt:lpstr>One Hot Encoding </vt:lpstr>
      <vt:lpstr>Example Texts </vt:lpstr>
      <vt:lpstr>Steps to Create One-Hot Encoding</vt:lpstr>
      <vt:lpstr>Vocabulary</vt:lpstr>
      <vt:lpstr>One-Hot Encoding Matrix</vt:lpstr>
      <vt:lpstr>ADVANTAGES </vt:lpstr>
      <vt:lpstr>ADVANTAGES </vt:lpstr>
      <vt:lpstr>Disadvantages </vt:lpstr>
      <vt:lpstr>Bag of Words (BoW) </vt:lpstr>
      <vt:lpstr>Steps to Create a BoW Model:</vt:lpstr>
      <vt:lpstr>Vocabulary</vt:lpstr>
      <vt:lpstr>Frequency Of Unique words (Vocabulory)</vt:lpstr>
      <vt:lpstr>Advantages</vt:lpstr>
      <vt:lpstr>Disadvantages</vt:lpstr>
      <vt:lpstr>COMPARISION </vt:lpstr>
      <vt:lpstr>Summary </vt:lpstr>
      <vt:lpstr>LETZ HAVE SOME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Vectorization in NLP</dc:title>
  <dc:creator>Talha Ahmed</dc:creator>
  <cp:lastModifiedBy>Talha Ahmed</cp:lastModifiedBy>
  <cp:revision>16</cp:revision>
  <dcterms:created xsi:type="dcterms:W3CDTF">2024-08-31T09:35:33Z</dcterms:created>
  <dcterms:modified xsi:type="dcterms:W3CDTF">2024-09-04T10:18:39Z</dcterms:modified>
</cp:coreProperties>
</file>