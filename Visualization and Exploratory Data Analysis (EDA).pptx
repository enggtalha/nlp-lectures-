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Visualization and Exploratory Data Analysis (EDA) in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02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EDA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What is EDA</a:t>
            </a:r>
            <a:r>
              <a:rPr lang="en-US" b="1" dirty="0" smtClean="0"/>
              <a:t>?</a:t>
            </a:r>
          </a:p>
          <a:p>
            <a:pPr marL="0" indent="0" algn="ctr">
              <a:buNone/>
            </a:pPr>
            <a:r>
              <a:rPr lang="en-US" dirty="0" smtClean="0"/>
              <a:t> Importance </a:t>
            </a:r>
            <a:r>
              <a:rPr lang="en-US" dirty="0"/>
              <a:t>of understanding the data before modeling.</a:t>
            </a:r>
          </a:p>
          <a:p>
            <a:pPr marL="0" indent="0" algn="ctr">
              <a:buNone/>
            </a:pPr>
            <a:r>
              <a:rPr lang="en-US" b="1" dirty="0"/>
              <a:t>Role of </a:t>
            </a:r>
            <a:r>
              <a:rPr lang="en-US" b="1" dirty="0" smtClean="0"/>
              <a:t>EDA : </a:t>
            </a:r>
          </a:p>
          <a:p>
            <a:pPr marL="0" indent="0" algn="ctr">
              <a:buNone/>
            </a:pPr>
            <a:r>
              <a:rPr lang="en-US" dirty="0" smtClean="0"/>
              <a:t> </a:t>
            </a:r>
            <a:r>
              <a:rPr lang="en-US" dirty="0"/>
              <a:t>in text data preprocessing and feature extraction</a:t>
            </a:r>
            <a:r>
              <a:rPr lang="en-US" dirty="0" smtClean="0"/>
              <a:t>.</a:t>
            </a:r>
          </a:p>
          <a:p>
            <a:pPr marL="0" indent="0" algn="ctr">
              <a:buNone/>
            </a:pPr>
            <a:r>
              <a:rPr lang="en-US" b="1" dirty="0"/>
              <a:t>Challenges in NLP </a:t>
            </a:r>
            <a:r>
              <a:rPr lang="en-US" b="1" dirty="0" smtClean="0"/>
              <a:t>EDA</a:t>
            </a:r>
          </a:p>
          <a:p>
            <a:pPr marL="0" indent="0" algn="ctr">
              <a:buNone/>
            </a:pPr>
            <a:r>
              <a:rPr lang="en-US" dirty="0" smtClean="0"/>
              <a:t>Text </a:t>
            </a:r>
            <a:r>
              <a:rPr lang="en-US" dirty="0"/>
              <a:t>data complexity.</a:t>
            </a:r>
          </a:p>
          <a:p>
            <a:pPr marL="0" indent="0" algn="ctr">
              <a:buNone/>
            </a:pPr>
            <a:r>
              <a:rPr lang="en-US" dirty="0"/>
              <a:t>Need for specialized tools and techniques.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1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Objectives of NLP EDA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923740"/>
            <a:ext cx="867155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data distribution.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potential preprocessing requirements.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patterns, trends, and outliers.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relationships within text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021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for EDA in NLP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369741"/>
            <a:ext cx="960119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 Statistics: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count, sentence count, vocabulary size.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Frequency distributions.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clouds for common terms.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plots of frequent words.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Sentence/word length distributions.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Bigram/trigram analysis.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Insights: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 class imbalances.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missing or noisy data.</a:t>
            </a:r>
          </a:p>
        </p:txBody>
      </p:sp>
    </p:spTree>
    <p:extLst>
      <p:ext uri="{BB962C8B-B14F-4D97-AF65-F5344CB8AC3E}">
        <p14:creationId xmlns:p14="http://schemas.microsoft.com/office/powerpoint/2010/main" val="34434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for NLP EDA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923740"/>
            <a:ext cx="801841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loading and cleaning.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 and preprocessing.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Generating visualizations.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Interpreting insights and iterating.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128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 METHODS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95401" y="2508240"/>
            <a:ext cx="101868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Distribution Visualization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bar plot showing the distribution of news articles across different categories, illustrating how many articles belong to each category.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20 Most Frequent Words Bar Chart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bar plot that visualizes the 20 most common words in the dataset, helping identify key terms and themes in the text.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Clouds for Each Category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Visual representations where the most frequent words in each category are displayed, with word size indicating frequency, highlighting the main topics per category.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 of Word Count Histogram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histogram that shows the distribution of the number of words in articles, illustrating how article length varies across the dataset.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Most Frequent Bigrams Bar Chart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bar plot that displays the most common two-word phrases in the dataset, revealing common topics or phrases used in articles.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0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METHODS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923739"/>
            <a:ext cx="960119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t-SNE Visualization of News Categories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scatter plot using t-SNE for dimensionality reduction, showing the distribution of articles in a 2D space colored by their category, providing a visual insight into the similarity of articles within and between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Frequency Analysis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visualization showing the most common words in the dataset, providing insights into the most frequent terms used in the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 and Word Length Distribution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histogram that illustrates the distribution of sentence and word counts, showing how sentences and words vary across articles.</a:t>
            </a:r>
          </a:p>
        </p:txBody>
      </p:sp>
    </p:spTree>
    <p:extLst>
      <p:ext uri="{BB962C8B-B14F-4D97-AF65-F5344CB8AC3E}">
        <p14:creationId xmlns:p14="http://schemas.microsoft.com/office/powerpoint/2010/main" val="1073188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47</TotalTime>
  <Words>412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Visualization and Exploratory Data Analysis (EDA) in NLP</vt:lpstr>
      <vt:lpstr>Introduction to EDA in NLP</vt:lpstr>
      <vt:lpstr>Key Objectives of NLP EDA</vt:lpstr>
      <vt:lpstr>Techniques for EDA in NLP</vt:lpstr>
      <vt:lpstr>Workflow for NLP EDA</vt:lpstr>
      <vt:lpstr>VISUALIZATION METHODS</vt:lpstr>
      <vt:lpstr>VISUALIZATION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 and Exploratory Data Analysis (EDA) in NLP</dc:title>
  <dc:creator>Talha Ahmed</dc:creator>
  <cp:lastModifiedBy>Talha Ahmed</cp:lastModifiedBy>
  <cp:revision>4</cp:revision>
  <dcterms:created xsi:type="dcterms:W3CDTF">2024-12-03T12:10:46Z</dcterms:created>
  <dcterms:modified xsi:type="dcterms:W3CDTF">2024-12-03T13:22:20Z</dcterms:modified>
</cp:coreProperties>
</file>